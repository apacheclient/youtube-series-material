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CONNECTING MOBILE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EA5E9"/>
                </a:solidFill>
                <a:latin typeface="Arial"/>
              </a:defRPr>
            </a:pPr>
            <a:r>
              <a:t>CompTIA A+ (220-1201)  •  Core 1  •  Section 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880360"/>
            <a:ext cx="3291840" cy="109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Arial"/>
              </a:defRPr>
            </a:pPr>
            <a:r>
              <a:t>Professional Teaching Materials  |  IT Certification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Created by Aaron R. Smith  •  YouTube Teachings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LEARNING OBJECTIVES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005840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Identify and describe common wired connection methods for mobile devices (USB, Lightning)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600200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Explain USB-C features including high-speed data, power delivery, and video capabilities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194560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Describe the Lightning connector, its design advantages, and use cases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88920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6148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743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Understand NFC technology for short-range wireless communication and real-world applications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383280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5584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375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Explain Bluetooth for personal area networks, pairing, and device connectivity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977639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50207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319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Differentiate between mobile hotspots and tethering for sharing internet connectivity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INTRODUCTION TO MOBILE DEVICE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369A1"/>
                </a:solidFill>
                <a:latin typeface="Arial"/>
              </a:defRPr>
            </a:pPr>
            <a:r>
              <a:t>Mobile devices connect through wired and wireless methods for charging, data, video, and internet sharing.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527048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Modern mobile devices (smartphones, tablets) require flexible connectivity options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057400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4767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Wired connections: Reliable, high-speed data transfer, charging, and video output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587752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78024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Wireless connections: Convenience for short-range (NFC) and personal area networks (Bluetooth)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18104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08376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Internet sharing: Use phone's cellular data as Wi-Fi hotspot or via tethering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648456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3872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Key considerations: Compatibility, speed, power consumption, security, and ease of use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178808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690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CompTIA A+ focuses on identifying connection types, troubleshooting, and best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WIRED CONNECTIONS: USB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71323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7132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USB Evolution &amp;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USB 2.0 (480 Mbps), USB 3.0/3.1 (5-10 Gbps), USB 3.2 and beyond. Backward compatible with older devices.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91640"/>
            <a:ext cx="8595360" cy="71323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91640"/>
            <a:ext cx="54864" cy="7132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647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Common Connectors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391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Mini-USB, Micro-USB (older phones), USB-C (modern standard - reversible, 24 pins).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468880"/>
            <a:ext cx="8595360" cy="71323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468880"/>
            <a:ext cx="54864" cy="7132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4203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USB-C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High-speed data transfer, Power Delivery (up to 100W charging), Video output (DisplayPort Alt Mode, HDMI), Audio, and Thunderbolt support (up to 40 Gbps).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246120"/>
            <a:ext cx="8595360" cy="71323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246120"/>
            <a:ext cx="54864" cy="7132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192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Mobile-Specific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93591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USB On-The-Go (OTG) allows mobile devices to act as host for peripherals like keyboards, mice, or storage.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023360"/>
            <a:ext cx="8595360" cy="71323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023360"/>
            <a:ext cx="54864" cy="7132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9651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Troubleshooting Tips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Check cable quality, port cleanliness, driver issues on PC, and device compatibility. Use certified cables for best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LIGHTNING CONNECTOR (APPLE)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Design &amp;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Apple's proprietary 8-pin reversible connector. Allows insertion in either orientation - no wrong 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Supports charging, high-speed data sync, and video output (via Lightning to HDMI/DisplayPort adapters). Higher power delivery than older 30-pin connector.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Common on older iPhones (up to iPhone 14 series in some regions), iPads, AirPods, and accessories. Many third-party accessories available.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Advantages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Reversible design improves user experience. Compact size. Supports fast charging on supported devices.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Transition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Newer Apple devices (iPhone 15+) have moved to USB-C for universality. Lightning adapters still widely used for legacy support.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Use genuine or MFi-certified cables to avoid charging issues or 'accessory not supported' errors. Clean port regularly.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WIRELESS: NEAR FIELD COMMUNICATION (NFC)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What is NFC?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Short-range wireless technology (typically 4 cm or less) that enables contactless communication between devices.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Uses electromagnetic induction. One device acts as reader, the other as tag or both as peers. Very low power consumption.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Common Use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Contactless payments (Apple Pay, Google Pay, Samsung Pay), transit cards, access control badges, device pairing (e.g., Bluetooth headphones), and data exchange (business cards).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Very secure due to extremely short range - difficult to intercept. Often combined with encryption and authentication.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Mobile Device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Most modern smartphones have NFC. Used for tap-to-pay, quick pairing, and smart home device setup.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Ensure NFC is enabled in settings. Check for interference (cases, distance). Update device software for best compatibility.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WIRELESS: BLUETOOTH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Personal Area Network (PAN) technology for short-range wireless connections between devices. Low power, easy pairing.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Versions &amp;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Bluetooth 4.0+ (LE for low energy), 5.0+ (longer range, faster speeds, better mesh support). Backward compatible.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Common Use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Wireless headphones/earbuds (A2DP profile), keyboards/mice (HID), file transfer (OPP), tethering/internet sharing, smartwatches, car audio.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Pairing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Devices discover each other, enter pairing mode, confirm passkey or use simple secure pairing. Can remember multiple paired devices.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Multiple Connections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Modern devices support connecting to several Bluetooth devices simultaneously (e.g., headphones + smartwatch + car).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Check Bluetooth is on, devices are discoverable, restart Bluetooth, forget and re-pair device, check for interference (2.4 GHz Wi-Fi).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HOTSPOTS AND TETHERING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Mobile Hotspot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Phone shares its cellular data connection via Wi-Fi. Acts as a wireless access point. Supports multiple devices simultaneously.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Tethering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Shares internet connection to another device via USB cable, Bluetooth, or Wi-Fi. Often used for single-device connection (e.g., laptop to phone).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Carrier support and appropriate data plan required. Some carriers charge extra or have limits on hotspot usage.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Setup &amp;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Enable in phone settings (usually under Network/Mobile Hotspot). Set strong password. Consider data usage monitoring to avoid overage fees.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Pros &amp; Cons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Pros: Internet anywhere, easy setup. Cons: Drains phone battery quickly, uses cellular data (can be expensive), possible speed throttling.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Best Practices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Use USB tethering for better speed and lower battery drain when possible. Turn off when not in use. Monitor data consumption.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987552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Mobile devices support a wide range of connection methods for flexibility in charging, data, and connectivity.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6304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8988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USB-C is the modern universal standard supporting high-speed data, fast charging (Power Delivery), and video output.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938528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6537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Lightning remains relevant for legacy Apple devices with its reversible 8-pin design and multi-function support.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414016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40864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NFC enables secure, short-range interactions like tap-to-pay and quick device pairing.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889504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Bluetooth provides reliable personal area networking for audio, input devices, and file sharing.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364992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Hotspots and tethering allow sharing cellular internet but require carrier support and careful data management.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84048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Always prioritize compatibility, security (passwords, encryption), and power efficiency when connecting devices.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315968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4281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For CompTIA A+ exam: Focus on identifying connection types, their speeds/features, and common troubleshooting steps.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RESOURCES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Professor Messer CompTIA A+ Video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Free comprehensive coverage of all 220-1201 and 220-1202 objectives with clear explanations and visuals.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64207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64207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Official CompTIA A+ Exam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7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Download the latest PDF from CompTIA website to align your study with exactly what is tested.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414015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414015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871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Manufacturer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61487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Apple Support, Samsung, Google, etc. provide detailed guides on connection methods and troubleshooting for specific devices.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163824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163824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3697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Hands-On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112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Use real devices (phones, tablets, laptops) to practice connecting via USB-C, Lightning, NFC pairing, Bluetooth, and setting up hotspots.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913631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913631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86783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Practice Exams &amp; Labs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61103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Test your knowledge with practice questions focused on mobile connectivity scenarios and common issues.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Arial"/>
              </a:defRPr>
            </a:pPr>
            <a:r>
              <a:t>Questions or feedback? Drop them in the YouTube comments or community discussions.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743200"/>
            <a:ext cx="2743200" cy="109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This slide deck is part of professional portfolio materials</a:t>
            </a:r>
            <a:br/>
            <a:r>
              <a:t>for IT certification teaching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Aaron R. Smith  •  CompTIA A+ • Network+ • Security+  •  WGU B.S. Information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Connecting Mobile Devices - CompTIA A+ (220-1201) Core 1 Section 1.2</dc:title>
  <dc:subject/>
  <dc:creator>Aaron R. Smith</dc:creator>
  <cp:keywords>CompTIA A+, Mobile Devices, USB, Lightning, NFC, Bluetooth, Hotspot, Tethering, 220-1201</cp:keywords>
  <dc:description>Professional teaching materials for IT certification training - Connecting Mobile Devices (USB, Lightning, NFC, Bluetooth, Hotspot/Tethering)</dc:description>
  <cp:lastModifiedBy>Aaron R. Smith</cp:lastModifiedBy>
  <cp:revision>1</cp:revision>
  <dcterms:created xsi:type="dcterms:W3CDTF">2013-01-27T09:14:16Z</dcterms:created>
  <dcterms:modified xsi:type="dcterms:W3CDTF">2013-01-27T09:15:58Z</dcterms:modified>
  <cp:category/>
</cp:coreProperties>
</file>