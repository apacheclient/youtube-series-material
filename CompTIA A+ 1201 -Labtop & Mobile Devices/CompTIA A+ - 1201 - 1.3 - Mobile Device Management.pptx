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rial"/>
              </a:defRPr>
            </a:pPr>
            <a:r>
              <a:t>MOBILE DEVICE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0EA5E9"/>
                </a:solidFill>
                <a:latin typeface="Arial"/>
              </a:defRPr>
            </a:pPr>
            <a:r>
              <a:t>CompTIA A+ (220-1201)  •  Core 1  •  Section 1.3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2788920"/>
            <a:ext cx="3291840" cy="109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Arial"/>
              </a:defRPr>
            </a:pPr>
            <a:r>
              <a:t>Professional Teaching Materials  |  IT Certification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Created by Aaron R. Smith  •  YouTube Teachings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LEARNING OBJECTIVES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960120"/>
            <a:ext cx="237744" cy="23774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Define Mobile Device Management (MDM) and its purpose in organizations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490472"/>
            <a:ext cx="237744" cy="23774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4475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Explain common device ownership models: BYOD, COPE, and CYOD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020824"/>
            <a:ext cx="237744" cy="23774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75104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Describe key MDM features such as policy enforcement and data separation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551175"/>
            <a:ext cx="237744" cy="23774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23744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505456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Understand security measures including remote wipe and screen lock requirements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081527"/>
            <a:ext cx="237744" cy="23774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54096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035808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Explain data synchronization options and backup/restore processes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611879"/>
            <a:ext cx="237744" cy="23774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8444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56616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Identify how MDM manages business applications and email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142231"/>
            <a:ext cx="237744" cy="23774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114799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096511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Recognize the benefits and challenges of implementing MDM 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INTRODUCTION TO MOBILE DEVICE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369A1"/>
                </a:solidFill>
                <a:latin typeface="Arial"/>
              </a:defRPr>
            </a:pPr>
            <a:r>
              <a:t>Organizations use MDM to securely manage and control large numbers of mobile devices.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481328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Modern workplaces have hundreds or thousands of mobile devices (phones, tablets, laptops)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011680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01952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MDM provides centralized control over devices, apps, security, and data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542032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32304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Helps protect company data while allowing flexibility for employees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072384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62656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Key concepts: Device ownership models, policies, security, and data management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602736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9300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Important for IT support roles — understanding MDM helps with enterprise troubleshooting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133088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02336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CompTIA A+ 1.3 covers the basics of MDM concepts and common implementation approaches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WHAT IS MOBILE DEVICE MANAGEMENT (MDM)?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MDM is software and services that allow organizations to centrally manage, secure, and monitor mobile devices used by employees.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72768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Main Goals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65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Protect corporate data, enforce security policies, simplify device setup, and ensure compliance with company rules.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31136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31136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23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MDM software is installed on devices (or pushed via enrollment). Admins can push policies, apps, and updates remotely from a central console.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889504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89504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443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Common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821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Remote configuration, app deployment, security enforcement (PINs, encryption), remote wipe, and usage reporting.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547872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47872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027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Benefits for Organizations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Reduces risk of data breaches, saves IT time, improves employee productivity, and supports regulatory compliance.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0624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0624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61103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Challenges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Privacy concerns with personal devices, complexity of setup, and the need for user training and buy-in.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DEVICE OWNERSHIP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BYOD - Bring Your Own Device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Employees use their personal devices for work. MDM allows company to manage only work-related data and apps while respecting personal 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72768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COPE - Corporate Owned, Personally Enabled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65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Company provides the device but allows personal use. Full corporate control over the device with clear policies for personal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31136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31136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CYOD - Choose Your Own Device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23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Company offers a selection of approved devices. Employees choose from the list. Gives some flexibility while maintaining corporate standards.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889504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89504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443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Company-Owned Devices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821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Fully owned and controlled by the organization. Strictest policies, full MDM control, and clear separation of personal vs work use.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547872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47872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027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Key Considerations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Cost, security level needed, employee satisfaction, and data privacy laws all influence which model a company chooses.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0624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0624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61103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MDM Role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MDM works with all models but implementation differs — more restrictive on company-owned devices, more balanced on BYOD.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MDM POLICIES AND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Policy Enforcement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Admins can require screen locks (PIN, password, biometric), set password complexity rules, and enforce encryption on devices.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72768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Feature Restrictions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65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Disable camera, GPS, Bluetooth, or specific apps when on corporate network or during work hours for security.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31136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31136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Containerization / Data Separation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23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Creates separate work and personal profiles on the device. Corporate data stays isolated and can be wiped without affecting personal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889504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89504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443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App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821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Push approved business apps, block unauthorized apps, and control app permissions remotely.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547872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47872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027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Remote Wipe &amp; 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If a device is lost or stolen, admins can remotely lock it or completely wipe corporate data (or the entire device on company-owned models).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0624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0624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61103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Compliance &amp; Reporting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Track device compliance with policies, generate reports, and get alerts for policy violations or security issues.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SECURITY AND DATA PROTECTION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Screen Lock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MDM can force devices to use strong PINs, passwords, or biometrics and set automatic lock timeouts.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72768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Encryption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65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Require device encryption so data is protected even if the device is physically accessed.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31136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31136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Remote Wipe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23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Quickly erase corporate data (or entire device) if lost, stolen, or when an employee leaves the company.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889504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89504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443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Lost/Stolen Device Procedures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821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Immediate lock + remote wipe capabilities reduce risk of data breaches from misplaced devices.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547872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47872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027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Data at Rest vs Data in Transit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MDM helps protect data stored on the device and data moving between device and corporate systems.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0624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0624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61103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Employee vs Company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Clear policies and containerization help balance security with employee privacy expectations.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DATA SYNCHRONIZATION AND BACKUP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Data Synchronization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MDM can control how and when corporate data (email, calendars, contacts, files) syncs between device and servers.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72768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Sync 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65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Over Wi-Fi (preferred for large data), cellular (with limits), or scheduled syncs to manage data usage and battery.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31136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31136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Backup and Restore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23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Centralized backup of corporate data. Easy restore when devices are replaced or after a wipe.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889504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89504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443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Granular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821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Admins can choose which data types sync (e.g., only work email and calendar, not personal photos).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547872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47872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027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Challenges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Large syncs can use significant data and battery. Conflicts can occur if data is edited on multiple devices.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0624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0624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61103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Best Practices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Encourage Wi-Fi sync when possible. Set reasonable sync intervals. Educate users on what data is being backed 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MANAGING BUSINESS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App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MDM can push required business apps (email, VPN, document editing, CRM tools) to devices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72768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App Whitelisting / Blacklisting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65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Allow only approved apps and block risky or unnecessary ones to reduce security risks.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31136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31136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Business Email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23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Configure corporate email accounts (Outlook, Gmail for Work, etc.) with proper security settings and policies.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889504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89504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443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Authentication &amp;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821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Enforce multi-factor authentication, single sign-on, and secure app configurations through MDM.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547872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47872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027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App Updates &amp; Maintenance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Push updates remotely and ensure all devices run approved versions of business software.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0624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0624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61103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Cloud Storage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Manage access to corporate cloud storage (OneDrive, Google Drive, Dropbox for Business) with proper permissions.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987552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MDM allows organizations to centrally manage security, apps, and data on employee mobile devices.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6304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89888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Common ownership models include BYOD (personal device), COPE (company device with personal use), and CYOD.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938528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65376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Key MDM features: policy enforcement, containerization, remote wipe, and app management.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414016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40864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Security is a major focus — screen locks, encryption, and remote wipe protect corporate data.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889504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1635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Data synchronization and backup can be controlled and automated through MDM solutions.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364992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Business applications (email, VPN, cloud storage) can be deployed and secured centrally.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84048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67328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MDM balances employee flexibility with corporate security and compliance needs.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315968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42816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For CompTIA A+ 1.3: Understand the purpose of MDM and the main concepts around device management and security.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RESOURCES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65836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Professor Messer CompTIA A+ Videos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Great explanations of MDM concepts with real-world context for IT support roles.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664207"/>
            <a:ext cx="8595360" cy="65836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664207"/>
            <a:ext cx="54864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Official CompTIA A+ Objectives (Section 1.3)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7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Review the specific objectives around mobile device management for exam alignment.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414015"/>
            <a:ext cx="8595360" cy="65836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414015"/>
            <a:ext cx="54864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871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MDM Vendor 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61487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Popular solutions like Microsoft Intune, VMware Workspace ONE, and Jamf have excellent guides and demos.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163824"/>
            <a:ext cx="8595360" cy="65836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163824"/>
            <a:ext cx="54864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3697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Hands-On 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1129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If possible, explore MDM enrollment on a test device or review screenshots of common MDM consoles.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913631"/>
            <a:ext cx="8595360" cy="65836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913631"/>
            <a:ext cx="54864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86783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Practice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61103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Focus on identifying ownership models, MDM features, and security best practices in enterprise scenarios.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Arial"/>
              </a:defRPr>
            </a:pPr>
            <a:r>
              <a:t>Questions or feedback? Drop them in the YouTube comments or community discussions.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97480"/>
            <a:ext cx="2743200" cy="109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This slide deck is part of professional portfolio materials</a:t>
            </a:r>
            <a:br/>
            <a:r>
              <a:t>for IT certification teaching content.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Aaron R. Smith  •  CompTIA A+ • Network+ • Security+  •  WGU B.S. Information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Device Management - CompTIA A+ (220-1201) Core 1 Section 1.3</dc:title>
  <dc:subject/>
  <dc:creator>Aaron R. Smith</dc:creator>
  <cp:keywords>CompTIA A+, Mobile Device Management, MDM, BYOD, COPE, CYOD, 220-1201</cp:keywords>
  <dc:description>Professional teaching materials for IT certification training - Mobile Device Management (MDM, BYOD, COPE, Policies, Security)</dc:description>
  <cp:lastModifiedBy>Aaron R. Smith</cp:lastModifiedBy>
  <cp:revision>1</cp:revision>
  <dcterms:created xsi:type="dcterms:W3CDTF">2013-01-27T09:14:16Z</dcterms:created>
  <dcterms:modified xsi:type="dcterms:W3CDTF">2013-01-27T09:15:58Z</dcterms:modified>
  <cp:category/>
</cp:coreProperties>
</file>