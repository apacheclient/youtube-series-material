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MOBILE DEVICE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EA5E9"/>
                </a:solidFill>
                <a:latin typeface="Arial"/>
              </a:defRPr>
            </a:pPr>
            <a:r>
              <a:t>CompTIA A+ (220-1201)  •  Core 1  •  Section 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88920"/>
            <a:ext cx="329184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Professional Teaching Materials  |  IT Certification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Created by Aaron R. Smith  •  YouTube Teachings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60120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Explain how cellular networks work using cells, antennas, and frequencies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90472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Describe the evolution and key features of 3G, 4G, and 5G mobile networks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20824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7510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Understand Wi-Fi connectivity on mobile devices and its advantages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51175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0545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Differentiate between mobile hotspots and their requirements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81527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5409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Identify the role of SIM cards (physical and eSIM) in mobile networking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11879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8444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Explain Bluetooth pairing and its use in mobile device networks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42231"/>
            <a:ext cx="237744" cy="2377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799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1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Describe how GPS works and alternative location methods on mobile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INTRODUCTION TO MOBILE DEVICE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369A1"/>
                </a:solidFill>
                <a:latin typeface="Arial"/>
              </a:defRPr>
            </a:pPr>
            <a:r>
              <a:t>Mobile devices stay connected through cellular, Wi-Fi, Bluetooth, and satellite technologies.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8132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Mobile networks allow voice calls, data, and internet access from almost anywhere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1168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Key technologies: Cellular (3G/4G/5G), Wi-Fi, Bluetooth, and GPS/location services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Understanding these helps with troubleshooting connectivity issues and choosing plans/devices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7238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Hotspots let phones share cellular data with other devices via Wi-Fi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0273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SIM cards (or eSIMs) authenticate devices on cellular networks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13308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CompTIA A+ 1.3 focuses on identifying these technologies and their basic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CELLULAR NETWORKS &amp; GENERATIONS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How Cellular Networks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Divided into geographic 'cells' served by antennas/towers. Devices connect to the nearest cell and hand off as they move. Uses specific radio frequencies.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3G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Introduced around 1998-2000. Enabled mobile internet, video calls, and larger data transfers. Speeds typically up to a few Mbps.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4G / LTE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Major upgrade with speeds up to 150 Mbps (theoretical). Better for streaming, video calls, and mobile broadband. Still widely used.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5G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Latest generation (rolled out ~2020). Much higher speeds (up to 10 Gbps on mmWave, 100-900 Mbps on sub-6 GHz). Lower latency, supports massive IoT and new applications.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Differences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Each generation improves speed, capacity, latency, and enables new use cases. Newer phones are backward compatible with older networks.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 Tip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Signal strength depends on location, tower distance, and network congestion. 5G requires compatible devices and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WI-FI NETWORKING ON MOBILE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Wi-Fi on Phones?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Mobile devices connect to wireless access points (routers) using 802.11 standards for high-speed local network and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Advantages Over Cellular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Usually faster and cheaper (no data usage). Better indoors or where cellular signal is weak. Supports higher bandwidth for streaming/downloads.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802.11ac (Wi-Fi 5), 802.11ax (Wi-Fi 6/6E), and newer Wi-Fi 7. Phones support multiple bands (2.4 GHz and 5 GHz).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Connection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Scan for networks, select SSID, enter password (WPA2/WPA3 recommended). Phones remember networks and auto-connect when in range.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Forget and rejoin network, check password, restart phone/router, move closer to router, or check for interference (microwaves, other 2.4 GHz devices).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Security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WPA3 when available. Avoid open/public networks without VPN. Turn off Wi-Fi when not needed for better battery and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MOBILE HOTSPOTS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a Mobile Hotspot?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Feature that turns your phone into a portable Wi-Fi router, sharing its cellular data connection with other devices (laptops, tablets,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Phone connects to cellular network and creates a Wi-Fi network that other devices can join. Uses your cellular data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Phone must support the feature (most modern smartphones do). Carrier must allow it (some plans include it, others charge extra or have limits).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Setup 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Go to Settings &gt; Network/Mobile Hotspot. Turn on, set network name (SSID) and strong password. Other devices connect like any Wi-Fi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Pros &amp; Cons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Pros: Internet anywhere, easy for multiple devices. Cons: Drains phone battery fast, uses cellular data (can be expensive), may have speed throttling.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Use a strong password. Monitor data usage. Prefer USB tethering when possible for better speed and less battery drain. Turn off when not in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SIM CARDS (PHYSICAL &amp; eSIM)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a SIM Card?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Subscriber Identity Module. Small card that authenticates your phone on the cellular network and stores your subscriber information, contacts, and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Physical SIM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Traditional removable cards (nano-SIM is most common now). Easy to swap between phones. Comes in different sizes (full, micro, nano).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eSIM (Embedded SIM)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Built into the phone. No physical card needed. Can be activated remotely via software. Allows multiple profiles and easy switching between carriers.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Identifies you to the network, enables calls/texts/data, stores some contacts/SMS. Modern eSIMs make international travel and carrier switching much easier.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If no service: Check SIM is inserted properly, restart phone, check for damage, or contact carrier. eSIM issues usually require carrier support to re-provision.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Keep physical SIM safe when swapping. For eSIM, back up activation details. Use dual-SIM/eSIM phones for work + personal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BLUETOOTH ON MOBILE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Bluetooth?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Short-range wireless technology for connecting devices in a Personal Area Network (PAN). Used for headsets, speakers, keyboards, smartwatches, car systems,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Pairing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Put both devices in discoverable/pairing mode. Select the device on your phone. Enter or confirm a PIN (often 0000 or auto-generated for security).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Mobile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Wireless audio (headphones/speakers), file sharing, connecting to cars, fitness trackers, and quick device setup (e.g., smart home devices).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Versions &amp;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Bluetooth 5.0+ offers better range, speed, and lower power. Supports multiple simultaneous connections on modern phones.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Make sure Bluetooth is enabled on both devices. Forget the device and re-pair if connection fails. Check for interference or low battery. Restart Bluetooth on phone.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Security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Only pair with trusted devices. Use modern Bluetooth versions. Turn off when not needed to save battery and reduce exposure.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GPS &amp; LOCATION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How GPS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Global Positioning System uses signals from at least 4 satellites to calculate your exact location (latitude, longitude, altitude) via trilateration.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Needs clear view of the sky for best accuracy. Works indoors with reduced accuracy using assisted GPS (A-GPS) from cellular/Wi-Fi 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Mobile Device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Most smartphones have built-in GPS chips. Used for maps, navigation, location-based apps, find my phone, and emergency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Alternative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When GPS is unavailable: Wi-Fi triangulation, cellular tower triangulation, and IP address geolocation. These are less accurate but work indoors.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Enable Location Services in settings. Check app permissions. Restart phone or toggle airplane mode. Update maps/GPS data. Calibrate compass if available.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Privacy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Location services can drain battery. Only grant to trusted apps. Use 'While Using the App' or 'Ask Every Time' when possible. Review location history periodically.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875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Mobile devices rely on cellular (3G/4G/5G), Wi-Fi, Bluetooth, and GPS for connectivity and location services.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Cellular generations improve speed and capabilities: 5G is the current fastest with lower latency and higher capacity.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Wi-Fi provides fast, cost-effective local networking and is often preferred over cellular when available.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Mobile hotspots turn phones into Wi-Fi routers but consume data and battery — use responsibly.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SIM cards (physical or eSIM) are essential for cellular authentication and can store basic user data.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Bluetooth enables short-range wireless connections for audio, input devices, and quick pairing.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GPS uses satellites for precise location; phones also use Wi-Fi/cellular triangulation as backups.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For CompTIA A+ 1.3: Focus on identifying each technology, how it works at a high level, and basic troubleshooting.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Professor Messer CompTIA A+ Videos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Clear explanations of mobile networking concepts with visuals that make the technologies easy to understand.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64207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7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Official CompTIA A+ Objectives (Section 1.3)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Review the exact exam objectives for Mobile Device Networks to focus your study effectively.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14015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14015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Carrier &amp; Manufacturer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Your phone's support site and carrier help pages explain specific features like hotspot setup and eSIM activation.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63824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Hands-On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Experiment with Wi-Fi, Bluetooth pairing, hotspot, and location services on your own devices. Note real-world differences between 4G/5G and Wi-Fi.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13631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13631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Practice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6110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Focus on scenarios involving network type identification, troubleshooting no-service issues, and understanding SIM/hotspot functions.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Questions or feedback? Drop them in the YouTube comments or community discussions.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97480"/>
            <a:ext cx="274320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This slide deck is part of professional portfolio materials</a:t>
            </a:r>
            <a:br/>
            <a:r>
              <a:t>for IT certification teaching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Aaron R. Smith  •  CompTIA A+ • Network+ • Security+  •  WGU B.S.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Device Networks - CompTIA A+ (220-1201) Core 1 Section 1.3</dc:title>
  <dc:subject/>
  <dc:creator>Aaron R. Smith</dc:creator>
  <cp:keywords>CompTIA A+, Mobile Device Networks, Cellular, 3G, 4G, 5G, Wi-Fi, Hotspot, SIM, eSIM, Bluetooth, GPS, 220-1201</cp:keywords>
  <dc:description>Professional teaching materials for IT certification training - Mobile Device Networks (Cellular 3G/4G/5G, Wi-Fi, Hotspot, SIM/eSIM, Bluetooth, GPS)</dc:description>
  <cp:lastModifiedBy>Aaron R. Smith</cp:lastModifiedBy>
  <cp:revision>1</cp:revision>
  <dcterms:created xsi:type="dcterms:W3CDTF">2013-01-27T09:14:16Z</dcterms:created>
  <dcterms:modified xsi:type="dcterms:W3CDTF">2013-01-27T09:15:58Z</dcterms:modified>
  <cp:category/>
</cp:coreProperties>
</file>